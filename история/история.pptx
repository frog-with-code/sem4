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9" r:id="rId2"/>
    <p:sldId id="261" r:id="rId3"/>
    <p:sldId id="260" r:id="rId4"/>
    <p:sldId id="262" r:id="rId5"/>
    <p:sldId id="263" r:id="rId6"/>
    <p:sldId id="264" r:id="rId7"/>
    <p:sldId id="257" r:id="rId8"/>
    <p:sldId id="258" r:id="rId9"/>
  </p:sldIdLst>
  <p:sldSz cx="14630400" cy="8229600"/>
  <p:notesSz cx="8229600" cy="14630400"/>
  <p:embeddedFontLst>
    <p:embeddedFont>
      <p:font typeface="Alice" panose="020B0604020202020204" charset="0"/>
      <p:regular r:id="rId11"/>
    </p:embeddedFont>
    <p:embeddedFont>
      <p:font typeface="Lora" pitchFamily="2" charset="0"/>
      <p:regular r:id="rId12"/>
      <p:bold r:id="rId13"/>
      <p:italic r:id="rId14"/>
      <p:boldItalic r:id="rId1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774728-2738-43E0-98CB-5C9F112575D3}" v="57" dt="2026-04-15T20:16:19.664"/>
    <p1510:client id="{A0ADBCDB-99DF-47DB-8B1C-AE4B7B3258FB}" v="14" dt="2026-04-15T20:02:05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87204D-D138-4A95-BDC1-F3D1EA23B9B5}" type="datetimeFigureOut">
              <a:t>15.04.2026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287669-49B0-4B0D-86F2-9827376886D1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1272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текст, карта, атлас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8378EB7-607D-276F-2C34-FD8418B33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866" y="229344"/>
            <a:ext cx="12069286" cy="8002483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5DC53A9-D5E2-F123-8B86-1875F6EB9D7E}"/>
              </a:ext>
            </a:extLst>
          </p:cNvPr>
          <p:cNvSpPr/>
          <p:nvPr/>
        </p:nvSpPr>
        <p:spPr>
          <a:xfrm>
            <a:off x="13122234" y="7113319"/>
            <a:ext cx="1370609" cy="11202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365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FB4DD93-EB7B-E32C-9ABC-070F658246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99485" y="-4750"/>
            <a:ext cx="10983929" cy="82391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6BA07E8-546B-B154-C376-BDD9B3C05DB0}"/>
              </a:ext>
            </a:extLst>
          </p:cNvPr>
          <p:cNvSpPr/>
          <p:nvPr/>
        </p:nvSpPr>
        <p:spPr>
          <a:xfrm>
            <a:off x="12825351" y="7493330"/>
            <a:ext cx="1710046" cy="6887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6082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текст, карта, атлас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E5EEC8D-4CB9-8ADA-0B27-BA8E57C97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074" y="-4761"/>
            <a:ext cx="10813596" cy="8239124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2A2DA07-593A-9E42-ACF9-D06D0E57F1FB}"/>
              </a:ext>
            </a:extLst>
          </p:cNvPr>
          <p:cNvSpPr/>
          <p:nvPr/>
        </p:nvSpPr>
        <p:spPr>
          <a:xfrm>
            <a:off x="12825351" y="7493330"/>
            <a:ext cx="1710046" cy="6887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349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карта, атлас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DA5932A-4F71-8300-0114-38C45EB05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871" y="422"/>
            <a:ext cx="10930359" cy="8228755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A7802F6-89EA-1FEB-FCD4-16BC817F861F}"/>
              </a:ext>
            </a:extLst>
          </p:cNvPr>
          <p:cNvSpPr/>
          <p:nvPr/>
        </p:nvSpPr>
        <p:spPr>
          <a:xfrm>
            <a:off x="12825351" y="7493330"/>
            <a:ext cx="1710046" cy="6887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042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карта, текст, атлас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04FFC9F-3C24-3E03-73B1-1D60A8BBB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401" y="5504"/>
            <a:ext cx="11255209" cy="821858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04B9588-05D9-95C7-EC76-4B729684EDC2}"/>
              </a:ext>
            </a:extLst>
          </p:cNvPr>
          <p:cNvSpPr/>
          <p:nvPr/>
        </p:nvSpPr>
        <p:spPr>
          <a:xfrm>
            <a:off x="12825351" y="7493330"/>
            <a:ext cx="1710046" cy="6887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8057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текст, карта, атлас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CB2444A-A08D-90C8-EE14-1BA0E40F4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327" y="0"/>
            <a:ext cx="8977745" cy="82296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83F9B4C-187C-B358-8A74-4D37B9C3A1AE}"/>
              </a:ext>
            </a:extLst>
          </p:cNvPr>
          <p:cNvSpPr/>
          <p:nvPr/>
        </p:nvSpPr>
        <p:spPr>
          <a:xfrm>
            <a:off x="12825351" y="7493330"/>
            <a:ext cx="1710046" cy="6887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7339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77704"/>
            <a:ext cx="11705868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 err="1">
                <a:solidFill>
                  <a:srgbClr val="233E32"/>
                </a:solidFill>
                <a:latin typeface="Alice"/>
                <a:ea typeface="Alice"/>
                <a:cs typeface="Alice" pitchFamily="34" charset="-120"/>
              </a:rPr>
              <a:t>Оккупация</a:t>
            </a:r>
            <a:r>
              <a:rPr lang="en-US" sz="4350" dirty="0">
                <a:solidFill>
                  <a:srgbClr val="233E32"/>
                </a:solidFill>
                <a:latin typeface="Alice"/>
                <a:ea typeface="Alice"/>
                <a:cs typeface="Alice" pitchFamily="34" charset="-120"/>
              </a:rPr>
              <a:t> </a:t>
            </a:r>
            <a:r>
              <a:rPr lang="en-US" sz="4350" dirty="0" err="1">
                <a:solidFill>
                  <a:srgbClr val="233E32"/>
                </a:solidFill>
                <a:latin typeface="Alice"/>
                <a:ea typeface="Alice"/>
                <a:cs typeface="Alice" pitchFamily="34" charset="-120"/>
              </a:rPr>
              <a:t>Западной</a:t>
            </a:r>
            <a:r>
              <a:rPr lang="en-US" sz="4350" dirty="0">
                <a:solidFill>
                  <a:srgbClr val="233E32"/>
                </a:solidFill>
                <a:latin typeface="Alice"/>
                <a:ea typeface="Alice"/>
                <a:cs typeface="Alice" pitchFamily="34" charset="-120"/>
              </a:rPr>
              <a:t> </a:t>
            </a:r>
            <a:r>
              <a:rPr lang="en-US" sz="4350" dirty="0" err="1">
                <a:solidFill>
                  <a:srgbClr val="233E32"/>
                </a:solidFill>
                <a:latin typeface="Alice"/>
                <a:ea typeface="Alice"/>
                <a:cs typeface="Alice" pitchFamily="34" charset="-120"/>
              </a:rPr>
              <a:t>Европы</a:t>
            </a:r>
            <a:r>
              <a:rPr lang="en-US" sz="4350" dirty="0">
                <a:solidFill>
                  <a:srgbClr val="233E32"/>
                </a:solidFill>
                <a:latin typeface="Alice"/>
                <a:ea typeface="Alice"/>
                <a:cs typeface="Alice" pitchFamily="34" charset="-120"/>
              </a:rPr>
              <a:t> и </a:t>
            </a:r>
            <a:r>
              <a:rPr lang="en-US" sz="4350" dirty="0" err="1">
                <a:solidFill>
                  <a:srgbClr val="233E32"/>
                </a:solidFill>
                <a:latin typeface="Alice"/>
                <a:ea typeface="Alice"/>
                <a:cs typeface="Alice" pitchFamily="34" charset="-120"/>
              </a:rPr>
              <a:t>Скандинавии</a:t>
            </a:r>
            <a:r>
              <a:rPr lang="en-US" sz="4350" dirty="0">
                <a:solidFill>
                  <a:srgbClr val="233E32"/>
                </a:solidFill>
                <a:latin typeface="Alice"/>
                <a:ea typeface="Alice"/>
                <a:cs typeface="Alice" pitchFamily="34" charset="-120"/>
              </a:rPr>
              <a:t> </a:t>
            </a:r>
            <a:endParaRPr lang="en-US" sz="4350" dirty="0">
              <a:latin typeface="Alice"/>
              <a:ea typeface="Alice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81407" y="1814989"/>
            <a:ext cx="13067586" cy="5736908"/>
          </a:xfrm>
          <a:prstGeom prst="roundRect">
            <a:avLst>
              <a:gd name="adj" fmla="val 58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9027" y="1822609"/>
            <a:ext cx="13052346" cy="13418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12508" y="1962031"/>
            <a:ext cx="18990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Страна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3365659" y="1962031"/>
            <a:ext cx="215634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Кодовое название плана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976104" y="1962031"/>
            <a:ext cx="189523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Длительность боевых действий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325445" y="1962031"/>
            <a:ext cx="52926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Судьба местного правительства и монарха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89027" y="3164443"/>
            <a:ext cx="13052346" cy="13418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12508" y="3303865"/>
            <a:ext cx="18990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Дания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3365659" y="3303865"/>
            <a:ext cx="21563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«Везерюбунг-Зюд»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5976104" y="3303865"/>
            <a:ext cx="189523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~6 часов (9 апреля)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325445" y="3303865"/>
            <a:ext cx="5292685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Остались в стране. Король Кристиан X и правительство формально сохранили власть, приняв условия протектората.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89027" y="4506278"/>
            <a:ext cx="13052346" cy="16961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12508" y="4645700"/>
            <a:ext cx="18990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Норвегия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3365659" y="4645700"/>
            <a:ext cx="215634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«Везерюбунг-Норд»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5976104" y="4645700"/>
            <a:ext cx="189523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62 дня (9 апреля - 10 июня)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8325445" y="4645700"/>
            <a:ext cx="529268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Эмигрировали. Король Хокон VII и правительство бежали в Лондон. В стране создано коллаборационистское правительство В. Квислинга.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89027" y="6202442"/>
            <a:ext cx="13052346" cy="13418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12508" y="6341864"/>
            <a:ext cx="18990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Люксембург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3365659" y="6341864"/>
            <a:ext cx="21563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«Гельб»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5976104" y="6341864"/>
            <a:ext cx="18952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 день (10 мая)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8325445" y="6341864"/>
            <a:ext cx="5292685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Эмигрировали. Великая герцогиня Шарлотта и правительство бежали в Лондон. Страна позже аннексирована Рейхом.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842843"/>
            <a:ext cx="7526536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Оккупация Западной Европы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756642" y="1930598"/>
            <a:ext cx="13117116" cy="5456039"/>
          </a:xfrm>
          <a:prstGeom prst="roundRect">
            <a:avLst>
              <a:gd name="adj" fmla="val 59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4262" y="1938218"/>
            <a:ext cx="13101876" cy="93797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80599" y="2069425"/>
            <a:ext cx="1922264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Страна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342680" y="2069425"/>
            <a:ext cx="2180511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Кодовое название плана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63007" y="2069425"/>
            <a:ext cx="1918454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Длительность боевых действий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321278" y="2069425"/>
            <a:ext cx="532876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Судьба местного правительства и монарха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64262" y="2876193"/>
            <a:ext cx="13101876" cy="127575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80599" y="3007400"/>
            <a:ext cx="1922264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Нидерланды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42680" y="3007400"/>
            <a:ext cx="218051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«Гельб»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63007" y="3007400"/>
            <a:ext cx="1918454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 дней (10-14 мая)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21278" y="3007400"/>
            <a:ext cx="5328761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Эмигрировали. Королева Вильгельмина и кабинет министров бежали в Лондон. Установлена гражданская администрация (Рейхскомиссариат).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64262" y="4151947"/>
            <a:ext cx="13101876" cy="161353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80599" y="4283154"/>
            <a:ext cx="1922264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Бельгия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342680" y="4283154"/>
            <a:ext cx="218051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«Гельб»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63007" y="4283154"/>
            <a:ext cx="1918454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18 дней (10–28 мая)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1278" y="4283154"/>
            <a:ext cx="5328761" cy="1351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Раскол. Король Леопольд III сдался и остался в стране как военнопленный. Правительство бежало в Лондон и объявило действия короля незаконными.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64262" y="5765483"/>
            <a:ext cx="13101876" cy="161353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80599" y="5896689"/>
            <a:ext cx="1922264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Франция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342680" y="5896689"/>
            <a:ext cx="218051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«Гельб» и «Рот»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963007" y="5896689"/>
            <a:ext cx="1918454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~43 дня (10 мая - 22 июня)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21278" y="5896689"/>
            <a:ext cx="5328761" cy="1351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Раскол и капитуляция. Третья республика пала. Создан режим Виши (Ф. Петен), пошедший на сотрудничество. Шарль де Голль бежал в Лондон для организации Сопротивления.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8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51</cp:revision>
  <dcterms:created xsi:type="dcterms:W3CDTF">2026-04-15T18:12:31Z</dcterms:created>
  <dcterms:modified xsi:type="dcterms:W3CDTF">2026-04-15T20:17:47Z</dcterms:modified>
</cp:coreProperties>
</file>